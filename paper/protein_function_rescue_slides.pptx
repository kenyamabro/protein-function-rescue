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Protein Function Rescue: a laptop-scale, transparent pipeline that turns AlphaFold structures into ranked, evidence-linked functional hypotheses for proteins that sequence methods leave unannotated.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between known sequences and known functions keeps widening. AlphaFold gives us 200M+ structures to attack it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entire biological motivation: fold outlasts sequence, so structural search reaches into the sequence 'twilight zone'.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work proves structure-based annotation works, but on heavy infrastructure. We ask whether it can be done transparently on a laptop — complementary to DeepFRI (interpretable) and Foldseek (accessible).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consumes pre-computed AlphaFold models. The two compute-heavy stages — search and pocket — have native, dependency-free implementations.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backends need no external binaries. Foldseek/fpocket are optional for speed and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viewer colours each structure by pLDDT confidence and links every candidate to its structural match, pocket, and per-component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recovers the exact 4-level EC number for 96.5% vs a pairwise sequence baseline at 93.8% (tied at class level).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Below 30% identity sequence homology is unreliable; structure still recovers correct function — including a lipase matched at under 3%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Residue-level verification strengthens confident assignments (conserved zinc-binding histidines) and automatically flags spurious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Across the reasonable weight neighbourhood the ranking is essentially unchanged (median Kendall tau 0.98); precision at the default threshold is 0.982.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deps, run one command, open the viewer. Organism and backends are single config edits.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is deliberately careful: hypotheses not proof, curated benchmark, EC proxy, simple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meaningful, interpretable, validated structure-based annotation on commodity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B2437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55448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Protein Function Rescue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572768" y="28803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Structure-based rediscovery of hypothetical proteins from the AlphaFold Database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72768" y="3429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laptop-scale pipeline — no GPU, no HPC, fully reproducible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·  Methods / proof-of-concept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dark proteome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 to a half of every proteome has no assigned function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</a:rPr>
              <a:t>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7373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"Hypothetical", "uncharacterized", DUF  </a:t>
            </a:r>
            <a:pPr indent="0" marL="0">
              <a:buNone/>
            </a:pPr>
            <a:r>
              <a:rPr lang="en-US" sz="15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matched nothing known — no function assigned.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</a:rPr>
              <a:t>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606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homology fails first  </a:t>
            </a:r>
            <a:pPr indent="0" marL="0">
              <a:buNone/>
            </a:pPr>
            <a:r>
              <a:rPr lang="en-US" sz="15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~20–25% identity, function transfer by sequence breaks down.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</a:rPr>
              <a:t>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4747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proteins matter  </a:t>
            </a:r>
            <a:pPr indent="0" marL="0">
              <a:buNone/>
            </a:pPr>
            <a:r>
              <a:rPr lang="en-US" sz="15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Enzymes, transporters, and untapped drug/vaccine targets in pathogens.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240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200M+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56448" y="320040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structures in the AlphaFold DB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0" y="182880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0" y="2240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25–50%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0168128" y="320040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typical proteome is unannotated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outlives sequence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biological basis for the whole approach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is empirically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3–10× more conserved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sequence.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protein can be a near-perfect 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match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well-studied enzyme while looking like </a:t>
            </a:r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sequence level. Comparing shape, not sequence, recovers those hidden relationships.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1B2437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2286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3–10×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77240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conserved longer than sequence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(Illergård et al., 2009)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pipeline exists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 is accessibility, transparency, and reproducibility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structure-based annotation workflows typically depend on: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232E47"/>
          </a:solidFill>
          <a:ln w="12700">
            <a:solidFill>
              <a:srgbClr val="9AA8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computing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214884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232E47"/>
          </a:solidFill>
          <a:ln w="12700">
            <a:solidFill>
              <a:srgbClr val="9AA8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1488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14884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232E47"/>
          </a:solidFill>
          <a:ln w="12700">
            <a:solidFill>
              <a:srgbClr val="9AA8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1488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pre-indexed databases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06840" y="214884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232E47"/>
          </a:solidFill>
          <a:ln w="12700">
            <a:solidFill>
              <a:srgbClr val="9AA8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21488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software environments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1B2437"/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718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question:  </a:t>
            </a:r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transparent, dependency-light workflow achieve meaningful annotation performance on commodity hardware while remaining fully reproducible?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5394960" cy="402336"/>
          </a:xfrm>
          <a:prstGeom prst="roundRect">
            <a:avLst>
              <a:gd name="adj" fmla="val 20455"/>
            </a:avLst>
          </a:prstGeom>
          <a:solidFill>
            <a:srgbClr val="232E47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75488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— unlike learned predictors (DeepFRI)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4754880"/>
            <a:ext cx="5394960" cy="402336"/>
          </a:xfrm>
          <a:prstGeom prst="roundRect">
            <a:avLst>
              <a:gd name="adj" fmla="val 20455"/>
            </a:avLst>
          </a:prstGeom>
          <a:solidFill>
            <a:srgbClr val="232E47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75488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— unlike speed-first search (Foldseek)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cached stages — consumes AlphaFold DB, no GPU, no compiled binaries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41832" y="1856232"/>
            <a:ext cx="10277856" cy="308152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2700">
            <a:solidFill>
              <a:srgbClr val="232E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/Users/DELL/Documents/Projects/Programming/Apps/protein-function-rescue/paper/figures/fig1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10058400" cy="2862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→ parse → annotate → search → pocket → rank.  Each stage caches to disk and is independently re-runnable.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interchangeable backends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workflow runs on a laptop — or scales on a Linux server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232E4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920240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232E4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920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(default, any OS)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92024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232E4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19202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(Linux/macOS)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1635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0" y="2816352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8163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TM-align  (tmtools, pure Python)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2816352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28163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Foldseek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1246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pocket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743200" y="3712464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71246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LIGSITE-style geometry  (NumPy/SciPy)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0" y="3712464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fpocket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with one line in config.yaml. TM-align is the gold-standard aligner that defines the TM-score Foldseek reports.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Pilot: Mycobacterium tuberculosis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candidates, each explorable in 3D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7717536" cy="5020056"/>
          </a:xfrm>
          <a:prstGeom prst="roundRect">
            <a:avLst>
              <a:gd name="adj" fmla="val 1457"/>
            </a:avLst>
          </a:prstGeom>
          <a:solidFill>
            <a:srgbClr val="FFFFFF"/>
          </a:solidFill>
          <a:ln w="12700">
            <a:solidFill>
              <a:srgbClr val="232E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/Users/DELL/Documents/Projects/Programming/Apps/protein-function-rescue/paper/figures/fig2_vie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749808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201168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hit — P9WIT1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"Uncharacterized FAD-linked oxidoreductase"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D-2-hydroxyglutarate dehydrogenase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TM-score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both are oxidoreductases (EC 1.x).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get the right answer?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benchmark: 227 enzymes, 29 families, 6 classes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B2437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exact-EC recovery (structure)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7830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B2437"/>
          </a:solidFill>
          <a:ln w="19050">
            <a:solidFill>
              <a:srgbClr val="7DD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sequence-identity baseline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ties at the class level and is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pinpointing the exact reaction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We claim complementarity, not dominance.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56832" y="1719072"/>
            <a:ext cx="4974336" cy="3392424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232E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C:/Users/DELL/Documents/Projects/Programming/Apps/protein-function-rescue/benchmark/results/figures/fig_ec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28800"/>
            <a:ext cx="4754880" cy="3172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structure wins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function in the sequence "twilight zone"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" y="1673352"/>
            <a:ext cx="6620256" cy="4700016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232E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/Users/DELL/Documents/Projects/Programming/Apps/protein-function-rescue/benchmark/results/figures/fig_tm_vs_ident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640080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64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219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424928" y="2514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recoveries below 30% identity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06640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24928" y="3886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a lipase, still recovered correctly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0664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vs 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24928" y="5257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where structure beat sequence (never the reverse)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fold: catalytic residues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active site, not just the shape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match we superpose the candidate onto its reference and check whether the reference's annotated catalytic, metal- and ligand-binding residues are structurally conserved.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1B2437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803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O08343 — strong support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a Zn amidohydrolase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 functional residues position-conserved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Zn-His111, Zn-His113, catalytic Asp378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conserved in identity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265176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1B2437"/>
          </a:solidFill>
          <a:ln w="19050">
            <a:solidFill>
              <a:srgbClr val="F0A8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8803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P9WJG7 — self-flagged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50-residue protein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6 functional residues conserved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active-site residues 36–55 Å away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superposition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down-weights its own weak call.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and calibrated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does not hinge on the score weights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" y="1673352"/>
            <a:ext cx="753465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232E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/Users/DELL/Documents/Projects/Programming/Apps/protein-function-rescue/benchmark/results/figures/fig_weight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731520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92024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Kendall τ ≈ 0.98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reasonable weightings
(top-10 unchanged)
</a:t>
            </a:r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0.982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default TM ≥ 0.5 cutoff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(1.00 at TM ≥ 0.75)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tune emphasis, not outcome — and the confidence threshold keeps precision high while abstaining on ambiguous folds.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it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on a laptop — no GPU, no admin rights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232E47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12080" y="1874520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0B0F18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8745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-r requirements.txt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232E47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28529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212080" y="2926080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0B0F18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9260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pipeline.run all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232E47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86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63040" y="39044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results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212080" y="3977640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0B0F18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39776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web/index.html   (double-click)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organism:  </a:t>
            </a:r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organism block in config.yaml</a:t>
            </a:r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Faster/at scale:  </a:t>
            </a:r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backend: foldseek / fpocket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method does — and does not — show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</a:rPr>
              <a:t>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hypotheses  —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matches suggest function; they are not experimental proof. None validated in the wet lab.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</a:rPr>
              <a:t>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benchmark  —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well-behaved enzymes — an optimistic estimate vs. the messier real dark proteome.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</a:rPr>
              <a:t>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EC-recovery is a proxy  —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enzyme function, not non-enzymatic roles, multi-domain or moonlighting proteins.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</a:rPr>
              <a:t>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663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sequence baseline  —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pairwise identity, not profile/HMM search — a stronger baseline would narrow the gap.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credible, accessible tool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Structure-based function annotation — transparent, validated, and reproducible on a laptop.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exact-EC recovery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83464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2044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benchmarked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B2437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TM ≥ 0.5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283464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B2437"/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9828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/ HPC required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complementary to DeepFRI and Foldseek — every assignment traceable to a structural match and conserved catalytic residues.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Protein Function Rescue</dc:creator>
  <cp:lastModifiedBy>Protein Function Rescue</cp:lastModifiedBy>
  <cp:revision>1</cp:revision>
  <dcterms:created xsi:type="dcterms:W3CDTF">2026-07-13T17:33:21Z</dcterms:created>
  <dcterms:modified xsi:type="dcterms:W3CDTF">2026-07-13T17:33:21Z</dcterms:modified>
</cp:coreProperties>
</file>